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9" r:id="rId6"/>
    <p:sldId id="280" r:id="rId7"/>
    <p:sldId id="281" r:id="rId8"/>
    <p:sldId id="282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87F3BD-601F-4941-B5B0-FA918EE24B56}" v="57" dt="2026-07-10T03:44:53.593"/>
    <p1510:client id="{9F4EA145-F3B8-3F5C-323A-3F3BCA5B0B35}" v="3" dt="2026-07-09T16:57:52.565"/>
    <p1510:client id="{F231CEDB-3254-47A5-BAF0-973E022ACA36}" v="23" dt="2026-07-09T17:26:39.318"/>
  </p1510:revLst>
</p1510:revInfo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 autoAdjust="0"/>
    <p:restoredTop sz="94645" autoAdjust="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386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DUPUDI RUDHEER-[CH.SC.U4AIE25074]" userId="560eb7fe-7e89-4e35-b57b-8633bc05cfda" providerId="ADAL" clId="{C7D7C526-B92E-4255-9ED9-73CD6275B418}"/>
    <pc:docChg chg="undo custSel addSld delSld modSld">
      <pc:chgData name="KUDUPUDI RUDHEER-[CH.SC.U4AIE25074]" userId="560eb7fe-7e89-4e35-b57b-8633bc05cfda" providerId="ADAL" clId="{C7D7C526-B92E-4255-9ED9-73CD6275B418}" dt="2026-07-10T03:44:53.593" v="554"/>
      <pc:docMkLst>
        <pc:docMk/>
      </pc:docMkLst>
      <pc:sldChg chg="addSp delSp modSp mod modTransition">
        <pc:chgData name="KUDUPUDI RUDHEER-[CH.SC.U4AIE25074]" userId="560eb7fe-7e89-4e35-b57b-8633bc05cfda" providerId="ADAL" clId="{C7D7C526-B92E-4255-9ED9-73CD6275B418}" dt="2026-07-10T03:41:02.413" v="535"/>
        <pc:sldMkLst>
          <pc:docMk/>
          <pc:sldMk cId="2259308896" sldId="256"/>
        </pc:sldMkLst>
        <pc:spChg chg="mod">
          <ac:chgData name="KUDUPUDI RUDHEER-[CH.SC.U4AIE25074]" userId="560eb7fe-7e89-4e35-b57b-8633bc05cfda" providerId="ADAL" clId="{C7D7C526-B92E-4255-9ED9-73CD6275B418}" dt="2026-07-09T17:12:15.736" v="271" actId="20577"/>
          <ac:spMkLst>
            <pc:docMk/>
            <pc:sldMk cId="2259308896" sldId="256"/>
            <ac:spMk id="2" creationId="{51DF3D98-3C30-4CFC-8643-C81E829C8C25}"/>
          </ac:spMkLst>
        </pc:spChg>
        <pc:spChg chg="add mod">
          <ac:chgData name="KUDUPUDI RUDHEER-[CH.SC.U4AIE25074]" userId="560eb7fe-7e89-4e35-b57b-8633bc05cfda" providerId="ADAL" clId="{C7D7C526-B92E-4255-9ED9-73CD6275B418}" dt="2026-07-10T03:10:42.250" v="450" actId="1076"/>
          <ac:spMkLst>
            <pc:docMk/>
            <pc:sldMk cId="2259308896" sldId="256"/>
            <ac:spMk id="3" creationId="{C6172830-8A34-8F42-EC3E-68FFFB816B13}"/>
          </ac:spMkLst>
        </pc:spChg>
        <pc:spChg chg="add mod">
          <ac:chgData name="KUDUPUDI RUDHEER-[CH.SC.U4AIE25074]" userId="560eb7fe-7e89-4e35-b57b-8633bc05cfda" providerId="ADAL" clId="{C7D7C526-B92E-4255-9ED9-73CD6275B418}" dt="2026-07-09T16:59:11.029" v="14" actId="14100"/>
          <ac:spMkLst>
            <pc:docMk/>
            <pc:sldMk cId="2259308896" sldId="256"/>
            <ac:spMk id="5" creationId="{7B0F986F-BC4E-30B6-FCB6-EADEAAC94D42}"/>
          </ac:spMkLst>
        </pc:spChg>
        <pc:spChg chg="add mod">
          <ac:chgData name="KUDUPUDI RUDHEER-[CH.SC.U4AIE25074]" userId="560eb7fe-7e89-4e35-b57b-8633bc05cfda" providerId="ADAL" clId="{C7D7C526-B92E-4255-9ED9-73CD6275B418}" dt="2026-07-09T16:59:11.029" v="14" actId="14100"/>
          <ac:spMkLst>
            <pc:docMk/>
            <pc:sldMk cId="2259308896" sldId="256"/>
            <ac:spMk id="7" creationId="{FDE34F44-B88E-2B05-E4DD-E08A46EDDD9E}"/>
          </ac:spMkLst>
        </pc:spChg>
        <pc:spChg chg="add mod">
          <ac:chgData name="KUDUPUDI RUDHEER-[CH.SC.U4AIE25074]" userId="560eb7fe-7e89-4e35-b57b-8633bc05cfda" providerId="ADAL" clId="{C7D7C526-B92E-4255-9ED9-73CD6275B418}" dt="2026-07-09T16:59:11.029" v="14" actId="14100"/>
          <ac:spMkLst>
            <pc:docMk/>
            <pc:sldMk cId="2259308896" sldId="256"/>
            <ac:spMk id="9" creationId="{0C804548-D520-6CAD-4169-6F76B95C6F5A}"/>
          </ac:spMkLst>
        </pc:spChg>
        <pc:spChg chg="add del mod">
          <ac:chgData name="KUDUPUDI RUDHEER-[CH.SC.U4AIE25074]" userId="560eb7fe-7e89-4e35-b57b-8633bc05cfda" providerId="ADAL" clId="{C7D7C526-B92E-4255-9ED9-73CD6275B418}" dt="2026-07-09T16:59:37.262" v="18" actId="478"/>
          <ac:spMkLst>
            <pc:docMk/>
            <pc:sldMk cId="2259308896" sldId="256"/>
            <ac:spMk id="17" creationId="{054C4A34-FCA6-C85B-CE3E-4556FC8A8912}"/>
          </ac:spMkLst>
        </pc:spChg>
        <pc:spChg chg="mod">
          <ac:chgData name="KUDUPUDI RUDHEER-[CH.SC.U4AIE25074]" userId="560eb7fe-7e89-4e35-b57b-8633bc05cfda" providerId="ADAL" clId="{C7D7C526-B92E-4255-9ED9-73CD6275B418}" dt="2026-07-10T03:10:14.902" v="447" actId="14100"/>
          <ac:spMkLst>
            <pc:docMk/>
            <pc:sldMk cId="2259308896" sldId="256"/>
            <ac:spMk id="21" creationId="{5736ED6C-8683-4FAD-0DB2-F54EBC03709D}"/>
          </ac:spMkLst>
        </pc:spChg>
        <pc:spChg chg="mod">
          <ac:chgData name="KUDUPUDI RUDHEER-[CH.SC.U4AIE25074]" userId="560eb7fe-7e89-4e35-b57b-8633bc05cfda" providerId="ADAL" clId="{C7D7C526-B92E-4255-9ED9-73CD6275B418}" dt="2026-07-09T17:27:41.430" v="353" actId="14100"/>
          <ac:spMkLst>
            <pc:docMk/>
            <pc:sldMk cId="2259308896" sldId="256"/>
            <ac:spMk id="23" creationId="{5A3A4C8F-1A9A-F3D3-F506-F51632E2D54E}"/>
          </ac:spMkLst>
        </pc:spChg>
        <pc:spChg chg="add mod">
          <ac:chgData name="KUDUPUDI RUDHEER-[CH.SC.U4AIE25074]" userId="560eb7fe-7e89-4e35-b57b-8633bc05cfda" providerId="ADAL" clId="{C7D7C526-B92E-4255-9ED9-73CD6275B418}" dt="2026-07-09T16:59:11.029" v="14" actId="14100"/>
          <ac:spMkLst>
            <pc:docMk/>
            <pc:sldMk cId="2259308896" sldId="256"/>
            <ac:spMk id="27" creationId="{FAEB7DA9-792B-9CA0-E44F-0ACD74DA78E8}"/>
          </ac:spMkLst>
        </pc:spChg>
        <pc:spChg chg="add mod">
          <ac:chgData name="KUDUPUDI RUDHEER-[CH.SC.U4AIE25074]" userId="560eb7fe-7e89-4e35-b57b-8633bc05cfda" providerId="ADAL" clId="{C7D7C526-B92E-4255-9ED9-73CD6275B418}" dt="2026-07-09T16:59:11.029" v="14" actId="14100"/>
          <ac:spMkLst>
            <pc:docMk/>
            <pc:sldMk cId="2259308896" sldId="256"/>
            <ac:spMk id="29" creationId="{0D1F86A4-8E59-9399-8627-618B6BD7CCF2}"/>
          </ac:spMkLst>
        </pc:spChg>
        <pc:spChg chg="add mod">
          <ac:chgData name="KUDUPUDI RUDHEER-[CH.SC.U4AIE25074]" userId="560eb7fe-7e89-4e35-b57b-8633bc05cfda" providerId="ADAL" clId="{C7D7C526-B92E-4255-9ED9-73CD6275B418}" dt="2026-07-09T16:59:11.029" v="14" actId="14100"/>
          <ac:spMkLst>
            <pc:docMk/>
            <pc:sldMk cId="2259308896" sldId="256"/>
            <ac:spMk id="33" creationId="{C24D71E1-A86B-3ACA-7515-E72AD1A15902}"/>
          </ac:spMkLst>
        </pc:spChg>
        <pc:spChg chg="add mod">
          <ac:chgData name="KUDUPUDI RUDHEER-[CH.SC.U4AIE25074]" userId="560eb7fe-7e89-4e35-b57b-8633bc05cfda" providerId="ADAL" clId="{C7D7C526-B92E-4255-9ED9-73CD6275B418}" dt="2026-07-09T16:59:11.029" v="14" actId="14100"/>
          <ac:spMkLst>
            <pc:docMk/>
            <pc:sldMk cId="2259308896" sldId="256"/>
            <ac:spMk id="35" creationId="{24FF8975-781E-9392-6B84-9DDC701C10E6}"/>
          </ac:spMkLst>
        </pc:spChg>
        <pc:spChg chg="add mod">
          <ac:chgData name="KUDUPUDI RUDHEER-[CH.SC.U4AIE25074]" userId="560eb7fe-7e89-4e35-b57b-8633bc05cfda" providerId="ADAL" clId="{C7D7C526-B92E-4255-9ED9-73CD6275B418}" dt="2026-07-09T16:59:11.029" v="14" actId="14100"/>
          <ac:spMkLst>
            <pc:docMk/>
            <pc:sldMk cId="2259308896" sldId="256"/>
            <ac:spMk id="37" creationId="{69986BE5-E9DA-E880-F584-E091E61EAF50}"/>
          </ac:spMkLst>
        </pc:spChg>
        <pc:spChg chg="add mod">
          <ac:chgData name="KUDUPUDI RUDHEER-[CH.SC.U4AIE25074]" userId="560eb7fe-7e89-4e35-b57b-8633bc05cfda" providerId="ADAL" clId="{C7D7C526-B92E-4255-9ED9-73CD6275B418}" dt="2026-07-09T17:17:01.798" v="314" actId="20577"/>
          <ac:spMkLst>
            <pc:docMk/>
            <pc:sldMk cId="2259308896" sldId="256"/>
            <ac:spMk id="39" creationId="{117C06EF-B4EB-AE40-EA66-AC40C5B8FA2A}"/>
          </ac:spMkLst>
        </pc:spChg>
        <pc:spChg chg="add mod">
          <ac:chgData name="KUDUPUDI RUDHEER-[CH.SC.U4AIE25074]" userId="560eb7fe-7e89-4e35-b57b-8633bc05cfda" providerId="ADAL" clId="{C7D7C526-B92E-4255-9ED9-73CD6275B418}" dt="2026-07-10T03:10:59.249" v="451" actId="2711"/>
          <ac:spMkLst>
            <pc:docMk/>
            <pc:sldMk cId="2259308896" sldId="256"/>
            <ac:spMk id="41" creationId="{1FD5FD80-942B-B3A5-F972-0DD61CBB467F}"/>
          </ac:spMkLst>
        </pc:spChg>
        <pc:spChg chg="add mod">
          <ac:chgData name="KUDUPUDI RUDHEER-[CH.SC.U4AIE25074]" userId="560eb7fe-7e89-4e35-b57b-8633bc05cfda" providerId="ADAL" clId="{C7D7C526-B92E-4255-9ED9-73CD6275B418}" dt="2026-07-09T17:07:26.638" v="69" actId="767"/>
          <ac:spMkLst>
            <pc:docMk/>
            <pc:sldMk cId="2259308896" sldId="256"/>
            <ac:spMk id="42" creationId="{624089B2-34CB-F01E-2140-BDB7C98EA165}"/>
          </ac:spMkLst>
        </pc:spChg>
        <pc:spChg chg="add mod">
          <ac:chgData name="KUDUPUDI RUDHEER-[CH.SC.U4AIE25074]" userId="560eb7fe-7e89-4e35-b57b-8633bc05cfda" providerId="ADAL" clId="{C7D7C526-B92E-4255-9ED9-73CD6275B418}" dt="2026-07-09T17:07:26.825" v="70" actId="767"/>
          <ac:spMkLst>
            <pc:docMk/>
            <pc:sldMk cId="2259308896" sldId="256"/>
            <ac:spMk id="43" creationId="{A65CB0B2-8022-C38E-6330-7E5FA79F76B1}"/>
          </ac:spMkLst>
        </pc:spChg>
        <pc:spChg chg="add mod">
          <ac:chgData name="KUDUPUDI RUDHEER-[CH.SC.U4AIE25074]" userId="560eb7fe-7e89-4e35-b57b-8633bc05cfda" providerId="ADAL" clId="{C7D7C526-B92E-4255-9ED9-73CD6275B418}" dt="2026-07-09T17:22:47.807" v="338" actId="1076"/>
          <ac:spMkLst>
            <pc:docMk/>
            <pc:sldMk cId="2259308896" sldId="256"/>
            <ac:spMk id="44" creationId="{68AFF263-1A91-F75B-B194-A32CA5B3756B}"/>
          </ac:spMkLst>
        </pc:spChg>
        <pc:spChg chg="add del mod">
          <ac:chgData name="KUDUPUDI RUDHEER-[CH.SC.U4AIE25074]" userId="560eb7fe-7e89-4e35-b57b-8633bc05cfda" providerId="ADAL" clId="{C7D7C526-B92E-4255-9ED9-73CD6275B418}" dt="2026-07-09T17:09:00.186" v="156"/>
          <ac:spMkLst>
            <pc:docMk/>
            <pc:sldMk cId="2259308896" sldId="256"/>
            <ac:spMk id="45" creationId="{0B24E45A-CCB4-ABEE-D6D3-5105E28838E0}"/>
          </ac:spMkLst>
        </pc:spChg>
        <pc:picChg chg="del mod">
          <ac:chgData name="KUDUPUDI RUDHEER-[CH.SC.U4AIE25074]" userId="560eb7fe-7e89-4e35-b57b-8633bc05cfda" providerId="ADAL" clId="{C7D7C526-B92E-4255-9ED9-73CD6275B418}" dt="2026-07-09T16:58:44.609" v="6" actId="21"/>
          <ac:picMkLst>
            <pc:docMk/>
            <pc:sldMk cId="2259308896" sldId="256"/>
            <ac:picMk id="3" creationId="{09D2A6A2-A980-62C5-9D0F-7DC1E752533A}"/>
          </ac:picMkLst>
        </pc:picChg>
        <pc:picChg chg="del">
          <ac:chgData name="KUDUPUDI RUDHEER-[CH.SC.U4AIE25074]" userId="560eb7fe-7e89-4e35-b57b-8633bc05cfda" providerId="ADAL" clId="{C7D7C526-B92E-4255-9ED9-73CD6275B418}" dt="2026-07-09T16:59:35.515" v="17" actId="478"/>
          <ac:picMkLst>
            <pc:docMk/>
            <pc:sldMk cId="2259308896" sldId="256"/>
            <ac:picMk id="19" creationId="{BA0005AF-9BB7-E067-B3D8-3259C9A6F1A4}"/>
          </ac:picMkLst>
        </pc:picChg>
      </pc:sldChg>
      <pc:sldChg chg="del">
        <pc:chgData name="KUDUPUDI RUDHEER-[CH.SC.U4AIE25074]" userId="560eb7fe-7e89-4e35-b57b-8633bc05cfda" providerId="ADAL" clId="{C7D7C526-B92E-4255-9ED9-73CD6275B418}" dt="2026-07-09T17:15:39.790" v="303" actId="2696"/>
        <pc:sldMkLst>
          <pc:docMk/>
          <pc:sldMk cId="1325608595" sldId="257"/>
        </pc:sldMkLst>
      </pc:sldChg>
      <pc:sldChg chg="del">
        <pc:chgData name="KUDUPUDI RUDHEER-[CH.SC.U4AIE25074]" userId="560eb7fe-7e89-4e35-b57b-8633bc05cfda" providerId="ADAL" clId="{C7D7C526-B92E-4255-9ED9-73CD6275B418}" dt="2026-07-09T17:15:50.174" v="306" actId="2696"/>
        <pc:sldMkLst>
          <pc:docMk/>
          <pc:sldMk cId="1639799154" sldId="258"/>
        </pc:sldMkLst>
      </pc:sldChg>
      <pc:sldChg chg="del">
        <pc:chgData name="KUDUPUDI RUDHEER-[CH.SC.U4AIE25074]" userId="560eb7fe-7e89-4e35-b57b-8633bc05cfda" providerId="ADAL" clId="{C7D7C526-B92E-4255-9ED9-73CD6275B418}" dt="2026-07-09T17:16:25.220" v="313" actId="2696"/>
        <pc:sldMkLst>
          <pc:docMk/>
          <pc:sldMk cId="4212917468" sldId="260"/>
        </pc:sldMkLst>
      </pc:sldChg>
      <pc:sldChg chg="del">
        <pc:chgData name="KUDUPUDI RUDHEER-[CH.SC.U4AIE25074]" userId="560eb7fe-7e89-4e35-b57b-8633bc05cfda" providerId="ADAL" clId="{C7D7C526-B92E-4255-9ED9-73CD6275B418}" dt="2026-07-09T17:15:58.763" v="308" actId="2696"/>
        <pc:sldMkLst>
          <pc:docMk/>
          <pc:sldMk cId="2563119616" sldId="265"/>
        </pc:sldMkLst>
      </pc:sldChg>
      <pc:sldChg chg="modSp mod modTransition">
        <pc:chgData name="KUDUPUDI RUDHEER-[CH.SC.U4AIE25074]" userId="560eb7fe-7e89-4e35-b57b-8633bc05cfda" providerId="ADAL" clId="{C7D7C526-B92E-4255-9ED9-73CD6275B418}" dt="2026-07-10T03:44:53.593" v="554"/>
        <pc:sldMkLst>
          <pc:docMk/>
          <pc:sldMk cId="3103683689" sldId="268"/>
        </pc:sldMkLst>
        <pc:spChg chg="mod">
          <ac:chgData name="KUDUPUDI RUDHEER-[CH.SC.U4AIE25074]" userId="560eb7fe-7e89-4e35-b57b-8633bc05cfda" providerId="ADAL" clId="{C7D7C526-B92E-4255-9ED9-73CD6275B418}" dt="2026-07-10T03:07:51.981" v="396" actId="113"/>
          <ac:spMkLst>
            <pc:docMk/>
            <pc:sldMk cId="3103683689" sldId="268"/>
            <ac:spMk id="3" creationId="{BABC2CE0-8806-4B2A-A10A-32984D317434}"/>
          </ac:spMkLst>
        </pc:spChg>
      </pc:sldChg>
      <pc:sldChg chg="del">
        <pc:chgData name="KUDUPUDI RUDHEER-[CH.SC.U4AIE25074]" userId="560eb7fe-7e89-4e35-b57b-8633bc05cfda" providerId="ADAL" clId="{C7D7C526-B92E-4255-9ED9-73CD6275B418}" dt="2026-07-09T17:15:44.707" v="304" actId="2696"/>
        <pc:sldMkLst>
          <pc:docMk/>
          <pc:sldMk cId="2501041532" sldId="272"/>
        </pc:sldMkLst>
      </pc:sldChg>
      <pc:sldChg chg="del">
        <pc:chgData name="KUDUPUDI RUDHEER-[CH.SC.U4AIE25074]" userId="560eb7fe-7e89-4e35-b57b-8633bc05cfda" providerId="ADAL" clId="{C7D7C526-B92E-4255-9ED9-73CD6275B418}" dt="2026-07-09T17:15:46.947" v="305" actId="2696"/>
        <pc:sldMkLst>
          <pc:docMk/>
          <pc:sldMk cId="2819577886" sldId="273"/>
        </pc:sldMkLst>
      </pc:sldChg>
      <pc:sldChg chg="del">
        <pc:chgData name="KUDUPUDI RUDHEER-[CH.SC.U4AIE25074]" userId="560eb7fe-7e89-4e35-b57b-8633bc05cfda" providerId="ADAL" clId="{C7D7C526-B92E-4255-9ED9-73CD6275B418}" dt="2026-07-09T17:16:03.145" v="310" actId="2696"/>
        <pc:sldMkLst>
          <pc:docMk/>
          <pc:sldMk cId="3017281800" sldId="274"/>
        </pc:sldMkLst>
      </pc:sldChg>
      <pc:sldChg chg="del">
        <pc:chgData name="KUDUPUDI RUDHEER-[CH.SC.U4AIE25074]" userId="560eb7fe-7e89-4e35-b57b-8633bc05cfda" providerId="ADAL" clId="{C7D7C526-B92E-4255-9ED9-73CD6275B418}" dt="2026-07-09T17:15:56.800" v="307" actId="2696"/>
        <pc:sldMkLst>
          <pc:docMk/>
          <pc:sldMk cId="4292537794" sldId="275"/>
        </pc:sldMkLst>
      </pc:sldChg>
      <pc:sldChg chg="del">
        <pc:chgData name="KUDUPUDI RUDHEER-[CH.SC.U4AIE25074]" userId="560eb7fe-7e89-4e35-b57b-8633bc05cfda" providerId="ADAL" clId="{C7D7C526-B92E-4255-9ED9-73CD6275B418}" dt="2026-07-09T17:16:01.386" v="309" actId="2696"/>
        <pc:sldMkLst>
          <pc:docMk/>
          <pc:sldMk cId="1098851413" sldId="276"/>
        </pc:sldMkLst>
      </pc:sldChg>
      <pc:sldChg chg="del">
        <pc:chgData name="KUDUPUDI RUDHEER-[CH.SC.U4AIE25074]" userId="560eb7fe-7e89-4e35-b57b-8633bc05cfda" providerId="ADAL" clId="{C7D7C526-B92E-4255-9ED9-73CD6275B418}" dt="2026-07-09T17:16:05.481" v="311" actId="2696"/>
        <pc:sldMkLst>
          <pc:docMk/>
          <pc:sldMk cId="3641361854" sldId="277"/>
        </pc:sldMkLst>
      </pc:sldChg>
      <pc:sldChg chg="del">
        <pc:chgData name="KUDUPUDI RUDHEER-[CH.SC.U4AIE25074]" userId="560eb7fe-7e89-4e35-b57b-8633bc05cfda" providerId="ADAL" clId="{C7D7C526-B92E-4255-9ED9-73CD6275B418}" dt="2026-07-09T17:16:10.488" v="312" actId="2696"/>
        <pc:sldMkLst>
          <pc:docMk/>
          <pc:sldMk cId="2590731716" sldId="278"/>
        </pc:sldMkLst>
      </pc:sldChg>
      <pc:sldChg chg="new del">
        <pc:chgData name="KUDUPUDI RUDHEER-[CH.SC.U4AIE25074]" userId="560eb7fe-7e89-4e35-b57b-8633bc05cfda" providerId="ADAL" clId="{C7D7C526-B92E-4255-9ED9-73CD6275B418}" dt="2026-07-09T17:01:28.017" v="32" actId="2696"/>
        <pc:sldMkLst>
          <pc:docMk/>
          <pc:sldMk cId="1102640612" sldId="279"/>
        </pc:sldMkLst>
      </pc:sldChg>
      <pc:sldChg chg="modSp new mod modTransition">
        <pc:chgData name="KUDUPUDI RUDHEER-[CH.SC.U4AIE25074]" userId="560eb7fe-7e89-4e35-b57b-8633bc05cfda" providerId="ADAL" clId="{C7D7C526-B92E-4255-9ED9-73CD6275B418}" dt="2026-07-10T03:40:38.559" v="533"/>
        <pc:sldMkLst>
          <pc:docMk/>
          <pc:sldMk cId="1790333232" sldId="279"/>
        </pc:sldMkLst>
        <pc:spChg chg="mod">
          <ac:chgData name="KUDUPUDI RUDHEER-[CH.SC.U4AIE25074]" userId="560eb7fe-7e89-4e35-b57b-8633bc05cfda" providerId="ADAL" clId="{C7D7C526-B92E-4255-9ED9-73CD6275B418}" dt="2026-07-09T17:05:02.502" v="55" actId="14100"/>
          <ac:spMkLst>
            <pc:docMk/>
            <pc:sldMk cId="1790333232" sldId="279"/>
            <ac:spMk id="2" creationId="{BF2B1E6C-ADB8-3783-EE55-4BB6242820D4}"/>
          </ac:spMkLst>
        </pc:spChg>
        <pc:spChg chg="mod">
          <ac:chgData name="KUDUPUDI RUDHEER-[CH.SC.U4AIE25074]" userId="560eb7fe-7e89-4e35-b57b-8633bc05cfda" providerId="ADAL" clId="{C7D7C526-B92E-4255-9ED9-73CD6275B418}" dt="2026-07-10T03:12:51.801" v="456" actId="20577"/>
          <ac:spMkLst>
            <pc:docMk/>
            <pc:sldMk cId="1790333232" sldId="279"/>
            <ac:spMk id="3" creationId="{794DD67F-87C9-5728-B15C-92CC0D559B57}"/>
          </ac:spMkLst>
        </pc:spChg>
        <pc:spChg chg="mod">
          <ac:chgData name="KUDUPUDI RUDHEER-[CH.SC.U4AIE25074]" userId="560eb7fe-7e89-4e35-b57b-8633bc05cfda" providerId="ADAL" clId="{C7D7C526-B92E-4255-9ED9-73CD6275B418}" dt="2026-07-09T17:05:48.792" v="64" actId="20577"/>
          <ac:spMkLst>
            <pc:docMk/>
            <pc:sldMk cId="1790333232" sldId="279"/>
            <ac:spMk id="4" creationId="{23484CEF-999D-F05E-1E37-216A09DAEEA4}"/>
          </ac:spMkLst>
        </pc:spChg>
      </pc:sldChg>
      <pc:sldChg chg="new del">
        <pc:chgData name="KUDUPUDI RUDHEER-[CH.SC.U4AIE25074]" userId="560eb7fe-7e89-4e35-b57b-8633bc05cfda" providerId="ADAL" clId="{C7D7C526-B92E-4255-9ED9-73CD6275B418}" dt="2026-07-09T17:13:53.403" v="288" actId="2696"/>
        <pc:sldMkLst>
          <pc:docMk/>
          <pc:sldMk cId="1271490674" sldId="280"/>
        </pc:sldMkLst>
      </pc:sldChg>
      <pc:sldChg chg="modSp new mod modTransition">
        <pc:chgData name="KUDUPUDI RUDHEER-[CH.SC.U4AIE25074]" userId="560eb7fe-7e89-4e35-b57b-8633bc05cfda" providerId="ADAL" clId="{C7D7C526-B92E-4255-9ED9-73CD6275B418}" dt="2026-07-10T03:38:06.638" v="515"/>
        <pc:sldMkLst>
          <pc:docMk/>
          <pc:sldMk cId="1651890314" sldId="280"/>
        </pc:sldMkLst>
        <pc:spChg chg="mod">
          <ac:chgData name="KUDUPUDI RUDHEER-[CH.SC.U4AIE25074]" userId="560eb7fe-7e89-4e35-b57b-8633bc05cfda" providerId="ADAL" clId="{C7D7C526-B92E-4255-9ED9-73CD6275B418}" dt="2026-07-09T17:14:22.792" v="293" actId="122"/>
          <ac:spMkLst>
            <pc:docMk/>
            <pc:sldMk cId="1651890314" sldId="280"/>
            <ac:spMk id="2" creationId="{7463A7C7-A76A-DB3D-E9BC-A1D4C5B7D95A}"/>
          </ac:spMkLst>
        </pc:spChg>
        <pc:spChg chg="mod">
          <ac:chgData name="KUDUPUDI RUDHEER-[CH.SC.U4AIE25074]" userId="560eb7fe-7e89-4e35-b57b-8633bc05cfda" providerId="ADAL" clId="{C7D7C526-B92E-4255-9ED9-73CD6275B418}" dt="2026-07-10T03:17:27.762" v="493"/>
          <ac:spMkLst>
            <pc:docMk/>
            <pc:sldMk cId="1651890314" sldId="280"/>
            <ac:spMk id="3" creationId="{E9F66D43-986D-095A-A5E4-C7CC3EE10B45}"/>
          </ac:spMkLst>
        </pc:spChg>
      </pc:sldChg>
      <pc:sldChg chg="modSp new mod modTransition">
        <pc:chgData name="KUDUPUDI RUDHEER-[CH.SC.U4AIE25074]" userId="560eb7fe-7e89-4e35-b57b-8633bc05cfda" providerId="ADAL" clId="{C7D7C526-B92E-4255-9ED9-73CD6275B418}" dt="2026-07-10T03:43:20.420" v="538"/>
        <pc:sldMkLst>
          <pc:docMk/>
          <pc:sldMk cId="857964869" sldId="281"/>
        </pc:sldMkLst>
        <pc:spChg chg="mod">
          <ac:chgData name="KUDUPUDI RUDHEER-[CH.SC.U4AIE25074]" userId="560eb7fe-7e89-4e35-b57b-8633bc05cfda" providerId="ADAL" clId="{C7D7C526-B92E-4255-9ED9-73CD6275B418}" dt="2026-07-09T17:15:09.987" v="299" actId="20577"/>
          <ac:spMkLst>
            <pc:docMk/>
            <pc:sldMk cId="857964869" sldId="281"/>
            <ac:spMk id="2" creationId="{6B36E53B-5400-0D94-85F6-13595293309D}"/>
          </ac:spMkLst>
        </pc:spChg>
        <pc:spChg chg="mod">
          <ac:chgData name="KUDUPUDI RUDHEER-[CH.SC.U4AIE25074]" userId="560eb7fe-7e89-4e35-b57b-8633bc05cfda" providerId="ADAL" clId="{C7D7C526-B92E-4255-9ED9-73CD6275B418}" dt="2026-07-10T03:20:50.033" v="506" actId="179"/>
          <ac:spMkLst>
            <pc:docMk/>
            <pc:sldMk cId="857964869" sldId="281"/>
            <ac:spMk id="3" creationId="{1D903938-9F67-1316-9436-C128EEBFF444}"/>
          </ac:spMkLst>
        </pc:spChg>
      </pc:sldChg>
      <pc:sldChg chg="modSp new modTransition">
        <pc:chgData name="KUDUPUDI RUDHEER-[CH.SC.U4AIE25074]" userId="560eb7fe-7e89-4e35-b57b-8633bc05cfda" providerId="ADAL" clId="{C7D7C526-B92E-4255-9ED9-73CD6275B418}" dt="2026-07-10T03:44:01.706" v="544"/>
        <pc:sldMkLst>
          <pc:docMk/>
          <pc:sldMk cId="2973143103" sldId="282"/>
        </pc:sldMkLst>
        <pc:spChg chg="mod">
          <ac:chgData name="KUDUPUDI RUDHEER-[CH.SC.U4AIE25074]" userId="560eb7fe-7e89-4e35-b57b-8633bc05cfda" providerId="ADAL" clId="{C7D7C526-B92E-4255-9ED9-73CD6275B418}" dt="2026-07-09T17:15:30.127" v="302"/>
          <ac:spMkLst>
            <pc:docMk/>
            <pc:sldMk cId="2973143103" sldId="282"/>
            <ac:spMk id="2" creationId="{37015B0D-032F-A883-505E-8AEF1E065610}"/>
          </ac:spMkLst>
        </pc:spChg>
      </pc:sldChg>
      <pc:sldChg chg="new del">
        <pc:chgData name="KUDUPUDI RUDHEER-[CH.SC.U4AIE25074]" userId="560eb7fe-7e89-4e35-b57b-8633bc05cfda" providerId="ADAL" clId="{C7D7C526-B92E-4255-9ED9-73CD6275B418}" dt="2026-07-10T03:37:30.075" v="514" actId="2696"/>
        <pc:sldMkLst>
          <pc:docMk/>
          <pc:sldMk cId="1526203558" sldId="283"/>
        </pc:sldMkLst>
      </pc:sldChg>
      <pc:sldChg chg="new del">
        <pc:chgData name="KUDUPUDI RUDHEER-[CH.SC.U4AIE25074]" userId="560eb7fe-7e89-4e35-b57b-8633bc05cfda" providerId="ADAL" clId="{C7D7C526-B92E-4255-9ED9-73CD6275B418}" dt="2026-07-10T03:37:27.768" v="513" actId="2696"/>
        <pc:sldMkLst>
          <pc:docMk/>
          <pc:sldMk cId="442286375" sldId="284"/>
        </pc:sldMkLst>
      </pc:sldChg>
      <pc:sldChg chg="new del">
        <pc:chgData name="KUDUPUDI RUDHEER-[CH.SC.U4AIE25074]" userId="560eb7fe-7e89-4e35-b57b-8633bc05cfda" providerId="ADAL" clId="{C7D7C526-B92E-4255-9ED9-73CD6275B418}" dt="2026-07-10T03:37:25.179" v="512" actId="2696"/>
        <pc:sldMkLst>
          <pc:docMk/>
          <pc:sldMk cId="1925938721" sldId="285"/>
        </pc:sldMkLst>
      </pc:sldChg>
      <pc:sldChg chg="new del">
        <pc:chgData name="KUDUPUDI RUDHEER-[CH.SC.U4AIE25074]" userId="560eb7fe-7e89-4e35-b57b-8633bc05cfda" providerId="ADAL" clId="{C7D7C526-B92E-4255-9ED9-73CD6275B418}" dt="2026-07-10T03:37:22.769" v="511" actId="2696"/>
        <pc:sldMkLst>
          <pc:docMk/>
          <pc:sldMk cId="4064708002" sldId="2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DDA53-17BB-4810-91A8-94FE944ADC38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BCF56-022D-4E84-9600-36794E4DE2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08D30-F807-4561-A81E-6E077448AA0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2C05A-7A07-4286-AA18-B883C0AF9A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74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anchor="ctr"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600"/>
            </a:lvl3pPr>
            <a:lvl4pPr>
              <a:lnSpc>
                <a:spcPct val="150000"/>
              </a:lnSpc>
              <a:defRPr sz="14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098D32CD-ECA8-47AD-935A-FF614E631B9F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AB066C26-EC61-4AF5-B950-A05F9B06BC7B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8AE62FA2-23F2-405D-92E1-30A3B4768037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EF4A04-4223-4A95-BA0C-3707227D0371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E1A8D24E-1E42-49FF-ACA1-1FF455413C97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/>
          <a:lstStyle>
            <a:lvl1pPr>
              <a:lnSpc>
                <a:spcPts val="1900"/>
              </a:lnSpc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5F399DE0-A284-4ADD-9698-ABC08B5B4920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6892F81D-D28A-4571-BF69-DA48A85FC04B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add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878FF980-7D74-4564-A0C9-19E560B51CB0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/>
          <a:lstStyle>
            <a:lvl1pPr marL="0" indent="0">
              <a:lnSpc>
                <a:spcPts val="1900"/>
              </a:lnSpc>
              <a:buNone/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AD6A6A9F-0D32-429A-A1D1-F5896171D663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5B21777A-95FC-45DC-96FA-58DCC4C7EAA1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6000" dirty="0"/>
            </a:lvl1pPr>
          </a:lstStyle>
          <a:p>
            <a:pPr lvl="0" algn="ctr"/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C3E48DB0-F654-4BF4-950A-98D782617B1C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AF85D86F-FF8D-4B39-ADE9-8E47373FCD11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0118B694-E5FD-4821-AEBA-5EEEF1B6D4E9}" type="datetime1">
              <a:rPr lang="en-US" smtClean="0"/>
              <a:t>7/10/2026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EE75D-28C9-46D4-85A2-0F7BCFF1DE23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686" y="1209643"/>
            <a:ext cx="8508273" cy="4968000"/>
          </a:xfrm>
        </p:spPr>
        <p:txBody>
          <a:bodyPr/>
          <a:lstStyle/>
          <a:p>
            <a:r>
              <a:rPr lang="en-US" sz="1600" dirty="0"/>
              <a:t>  </a:t>
            </a: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5736ED6C-8683-4FAD-0DB2-F54EBC03709D}"/>
              </a:ext>
            </a:extLst>
          </p:cNvPr>
          <p:cNvSpPr/>
          <p:nvPr/>
        </p:nvSpPr>
        <p:spPr>
          <a:xfrm>
            <a:off x="562708" y="1208630"/>
            <a:ext cx="10922558" cy="123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800" b="1" kern="0" spc="200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2800" b="1" kern="0" spc="200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2800" b="1" kern="0" spc="200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8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DSA-2 CAPSTONE PROJECT-22</a:t>
            </a:r>
            <a:endParaRPr lang="en-US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8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5A3A4C8F-1A9A-F3D3-F506-F51632E2D54E}"/>
              </a:ext>
            </a:extLst>
          </p:cNvPr>
          <p:cNvSpPr/>
          <p:nvPr/>
        </p:nvSpPr>
        <p:spPr>
          <a:xfrm>
            <a:off x="1839685" y="2256357"/>
            <a:ext cx="8508273" cy="2526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IN" sz="2800" b="1" dirty="0">
                <a:latin typeface="+mj-lt"/>
              </a:rPr>
              <a:t>Real-Time Drone Collision Detection and Airspace Monitoring System using KD-Tree, Quad Tree, and Sweep Line Algorithm</a:t>
            </a:r>
            <a:endParaRPr lang="en-US" sz="2800" b="1" dirty="0">
              <a:latin typeface="+mj-lt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EFFEF76-1FCC-74AB-90BC-B43C5ED8E0FF}"/>
              </a:ext>
            </a:extLst>
          </p:cNvPr>
          <p:cNvSpPr/>
          <p:nvPr/>
        </p:nvSpPr>
        <p:spPr>
          <a:xfrm>
            <a:off x="1726758" y="4039438"/>
            <a:ext cx="7397145" cy="2263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FAEB7DA9-792B-9CA0-E44F-0ACD74DA78E8}"/>
              </a:ext>
            </a:extLst>
          </p:cNvPr>
          <p:cNvSpPr/>
          <p:nvPr/>
        </p:nvSpPr>
        <p:spPr>
          <a:xfrm>
            <a:off x="1726758" y="5393906"/>
            <a:ext cx="2174761" cy="47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0D1F86A4-8E59-9399-8627-618B6BD7CCF2}"/>
              </a:ext>
            </a:extLst>
          </p:cNvPr>
          <p:cNvSpPr/>
          <p:nvPr/>
        </p:nvSpPr>
        <p:spPr>
          <a:xfrm>
            <a:off x="1726758" y="5855075"/>
            <a:ext cx="2174761" cy="381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8F8F26C3-F654-BDC9-07EA-62FDB61BD85D}"/>
              </a:ext>
            </a:extLst>
          </p:cNvPr>
          <p:cNvSpPr/>
          <p:nvPr/>
        </p:nvSpPr>
        <p:spPr>
          <a:xfrm>
            <a:off x="5292918" y="5393906"/>
            <a:ext cx="2174761" cy="47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C24D71E1-A86B-3ACA-7515-E72AD1A15902}"/>
              </a:ext>
            </a:extLst>
          </p:cNvPr>
          <p:cNvSpPr/>
          <p:nvPr/>
        </p:nvSpPr>
        <p:spPr>
          <a:xfrm>
            <a:off x="5292918" y="5855075"/>
            <a:ext cx="2174761" cy="381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24FF8975-781E-9392-6B84-9DDC701C10E6}"/>
              </a:ext>
            </a:extLst>
          </p:cNvPr>
          <p:cNvSpPr/>
          <p:nvPr/>
        </p:nvSpPr>
        <p:spPr>
          <a:xfrm>
            <a:off x="8859078" y="5393906"/>
            <a:ext cx="2174761" cy="47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69986BE5-E9DA-E880-F584-E091E61EAF50}"/>
              </a:ext>
            </a:extLst>
          </p:cNvPr>
          <p:cNvSpPr/>
          <p:nvPr/>
        </p:nvSpPr>
        <p:spPr>
          <a:xfrm>
            <a:off x="8859078" y="5855075"/>
            <a:ext cx="2174761" cy="381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7C06EF-B4EB-AE40-EA66-AC40C5B8FA2A}"/>
              </a:ext>
            </a:extLst>
          </p:cNvPr>
          <p:cNvSpPr txBox="1"/>
          <p:nvPr/>
        </p:nvSpPr>
        <p:spPr>
          <a:xfrm>
            <a:off x="4210259" y="4088883"/>
            <a:ext cx="4585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D5FD80-942B-B3A5-F972-0DD61CBB467F}"/>
              </a:ext>
            </a:extLst>
          </p:cNvPr>
          <p:cNvSpPr txBox="1"/>
          <p:nvPr/>
        </p:nvSpPr>
        <p:spPr>
          <a:xfrm>
            <a:off x="11656143" y="6302956"/>
            <a:ext cx="6282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+mj-lt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4089B2-34CB-F01E-2140-BDB7C98EA165}"/>
              </a:ext>
            </a:extLst>
          </p:cNvPr>
          <p:cNvSpPr txBox="1"/>
          <p:nvPr/>
        </p:nvSpPr>
        <p:spPr>
          <a:xfrm>
            <a:off x="8510954" y="297431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5CB0B2-8022-C38E-6330-7E5FA79F76B1}"/>
              </a:ext>
            </a:extLst>
          </p:cNvPr>
          <p:cNvSpPr txBox="1"/>
          <p:nvPr/>
        </p:nvSpPr>
        <p:spPr>
          <a:xfrm>
            <a:off x="8510954" y="297431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AFF263-1A91-F75B-B194-A32CA5B3756B}"/>
              </a:ext>
            </a:extLst>
          </p:cNvPr>
          <p:cNvSpPr txBox="1"/>
          <p:nvPr/>
        </p:nvSpPr>
        <p:spPr>
          <a:xfrm>
            <a:off x="7997290" y="297431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72830-8A34-8F42-EC3E-68FFFB816B13}"/>
              </a:ext>
            </a:extLst>
          </p:cNvPr>
          <p:cNvSpPr txBox="1"/>
          <p:nvPr/>
        </p:nvSpPr>
        <p:spPr>
          <a:xfrm>
            <a:off x="5201757" y="4909587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- 3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1E6C-ADB8-3783-EE55-4BB624282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-98323"/>
            <a:ext cx="10907016" cy="1791777"/>
          </a:xfrm>
        </p:spPr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DD67F-87C9-5728-B15C-92CC0D559B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347020"/>
            <a:ext cx="10907016" cy="3480620"/>
          </a:xfrm>
        </p:spPr>
        <p:txBody>
          <a:bodyPr/>
          <a:lstStyle/>
          <a:p>
            <a:r>
              <a:rPr lang="en-IN" dirty="0"/>
              <a:t>Develop a </a:t>
            </a:r>
            <a:r>
              <a:rPr lang="en-IN" b="1" dirty="0"/>
              <a:t>Real-Time Drone Collision Detection and Airspace Monitoring System</a:t>
            </a:r>
            <a:r>
              <a:rPr lang="en-IN" dirty="0"/>
              <a:t> for smart cities and industrial environments. </a:t>
            </a:r>
          </a:p>
          <a:p>
            <a:r>
              <a:rPr lang="en-IN" dirty="0"/>
              <a:t>Monitor </a:t>
            </a:r>
            <a:r>
              <a:rPr lang="en-IN" b="1" dirty="0"/>
              <a:t>thousands of drones simultaneously</a:t>
            </a:r>
            <a:r>
              <a:rPr lang="en-IN" dirty="0"/>
              <a:t> in real time. </a:t>
            </a:r>
          </a:p>
          <a:p>
            <a:r>
              <a:rPr lang="en-IN" dirty="0"/>
              <a:t>Detect </a:t>
            </a:r>
            <a:r>
              <a:rPr lang="en-IN" b="1" dirty="0"/>
              <a:t>potential drone collisions</a:t>
            </a:r>
            <a:r>
              <a:rPr lang="en-IN" dirty="0"/>
              <a:t> before they occur. </a:t>
            </a:r>
          </a:p>
          <a:p>
            <a:r>
              <a:rPr lang="en-IN" dirty="0"/>
              <a:t>Identify the </a:t>
            </a:r>
            <a:r>
              <a:rPr lang="en-IN" b="1" dirty="0"/>
              <a:t>nearest </a:t>
            </a:r>
            <a:r>
              <a:rPr lang="en-IN" b="1" dirty="0" err="1"/>
              <a:t>neighboring</a:t>
            </a:r>
            <a:r>
              <a:rPr lang="en-IN" b="1" dirty="0"/>
              <a:t> drones</a:t>
            </a:r>
            <a:r>
              <a:rPr lang="en-IN" dirty="0"/>
              <a:t> using efficient spatial search techniques. </a:t>
            </a:r>
          </a:p>
          <a:p>
            <a:r>
              <a:rPr lang="en-IN" dirty="0"/>
              <a:t>Detect </a:t>
            </a:r>
            <a:r>
              <a:rPr lang="en-IN" b="1" dirty="0"/>
              <a:t>no-fly zone violations</a:t>
            </a:r>
            <a:r>
              <a:rPr lang="en-IN" dirty="0"/>
              <a:t> and generate instant alerts. </a:t>
            </a:r>
          </a:p>
          <a:p>
            <a:r>
              <a:rPr lang="en-IN" dirty="0"/>
              <a:t>Replace the traditional </a:t>
            </a:r>
            <a:r>
              <a:rPr lang="en-IN" b="1" dirty="0"/>
              <a:t>O(n²) drone-to-drone comparison</a:t>
            </a:r>
            <a:r>
              <a:rPr lang="en-IN" dirty="0"/>
              <a:t> with efficient geometric algorithms. </a:t>
            </a:r>
          </a:p>
          <a:p>
            <a:r>
              <a:rPr lang="en-IN" dirty="0"/>
              <a:t>Use </a:t>
            </a:r>
            <a:r>
              <a:rPr lang="en-IN" b="1" dirty="0"/>
              <a:t>KD-Tree, Quad Tree, and Sweep Line algorithms</a:t>
            </a:r>
            <a:r>
              <a:rPr lang="en-IN" dirty="0"/>
              <a:t> for fast spatial indexing and collision detection. </a:t>
            </a:r>
          </a:p>
          <a:p>
            <a:r>
              <a:rPr lang="en-IN" dirty="0"/>
              <a:t>Support </a:t>
            </a:r>
            <a:r>
              <a:rPr lang="en-IN" b="1" dirty="0"/>
              <a:t>dynamic drone insertion, deletion, and trajectory updates</a:t>
            </a:r>
            <a:r>
              <a:rPr lang="en-IN" dirty="0"/>
              <a:t>. </a:t>
            </a:r>
          </a:p>
          <a:p>
            <a:r>
              <a:rPr lang="en-IN" dirty="0"/>
              <a:t>Perform efficient </a:t>
            </a:r>
            <a:r>
              <a:rPr lang="en-IN" b="1" dirty="0"/>
              <a:t>2D/3D point location</a:t>
            </a:r>
            <a:r>
              <a:rPr lang="en-IN" dirty="0"/>
              <a:t> and </a:t>
            </a:r>
            <a:r>
              <a:rPr lang="en-IN" b="1" dirty="0"/>
              <a:t>nearest-</a:t>
            </a:r>
            <a:r>
              <a:rPr lang="en-IN" b="1" dirty="0" err="1"/>
              <a:t>neighbor</a:t>
            </a:r>
            <a:r>
              <a:rPr lang="en-IN" b="1" dirty="0"/>
              <a:t> queries</a:t>
            </a:r>
            <a:r>
              <a:rPr lang="en-IN" dirty="0"/>
              <a:t>. </a:t>
            </a:r>
          </a:p>
          <a:p>
            <a:r>
              <a:rPr lang="en-IN" dirty="0"/>
              <a:t>Improve </a:t>
            </a:r>
            <a:r>
              <a:rPr lang="en-IN" b="1" dirty="0"/>
              <a:t>drone traffic management, autonomous navigation, and UAV safety</a:t>
            </a:r>
            <a:r>
              <a:rPr lang="en-IN" dirty="0"/>
              <a:t> through efficient spatial reasoning.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84CEF-999D-F05E-1E37-216A09DAE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90333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3A7C7-A76A-DB3D-E9BC-A1D4C5B7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Problem Identification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66D43-986D-095A-A5E4-C7CC3EE10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Conventional </a:t>
            </a:r>
            <a:r>
              <a:rPr lang="en-IN" b="1" dirty="0"/>
              <a:t>collision detection</a:t>
            </a:r>
            <a:r>
              <a:rPr lang="en-IN" dirty="0"/>
              <a:t> involves </a:t>
            </a:r>
            <a:r>
              <a:rPr lang="en-IN" b="1" dirty="0"/>
              <a:t>pairwise comparison</a:t>
            </a:r>
            <a:r>
              <a:rPr lang="en-IN" dirty="0"/>
              <a:t>, which is </a:t>
            </a:r>
            <a:r>
              <a:rPr lang="en-IN" b="1" dirty="0"/>
              <a:t>O(n²)</a:t>
            </a:r>
            <a:r>
              <a:rPr lang="en-IN" dirty="0"/>
              <a:t> and infeasible for </a:t>
            </a:r>
            <a:r>
              <a:rPr lang="en-IN" b="1" dirty="0"/>
              <a:t>thousands of drones</a:t>
            </a:r>
            <a:r>
              <a:rPr lang="en-IN" dirty="0"/>
              <a:t>. </a:t>
            </a:r>
          </a:p>
          <a:p>
            <a:r>
              <a:rPr lang="en-IN" dirty="0"/>
              <a:t>This </a:t>
            </a:r>
            <a:r>
              <a:rPr lang="en-IN" b="1" dirty="0"/>
              <a:t>high computational cost</a:t>
            </a:r>
            <a:r>
              <a:rPr lang="en-IN" dirty="0"/>
              <a:t> leads to a </a:t>
            </a:r>
            <a:r>
              <a:rPr lang="en-IN" b="1" dirty="0"/>
              <a:t>delay in collision detection</a:t>
            </a:r>
            <a:r>
              <a:rPr lang="en-IN" dirty="0"/>
              <a:t>. </a:t>
            </a:r>
          </a:p>
          <a:p>
            <a:r>
              <a:rPr lang="en-IN" b="1" dirty="0"/>
              <a:t>Real-time tracking</a:t>
            </a:r>
            <a:r>
              <a:rPr lang="en-IN" dirty="0"/>
              <a:t> of </a:t>
            </a:r>
            <a:r>
              <a:rPr lang="en-IN" b="1" dirty="0"/>
              <a:t>dynamically moving drones</a:t>
            </a:r>
            <a:r>
              <a:rPr lang="en-IN" dirty="0"/>
              <a:t> is difficult. </a:t>
            </a:r>
          </a:p>
          <a:p>
            <a:r>
              <a:rPr lang="en-IN" dirty="0"/>
              <a:t>Challenges of efficiently performing </a:t>
            </a:r>
            <a:r>
              <a:rPr lang="en-IN" b="1" dirty="0"/>
              <a:t>nearest </a:t>
            </a:r>
            <a:r>
              <a:rPr lang="en-IN" b="1" dirty="0" err="1"/>
              <a:t>neighbor</a:t>
            </a:r>
            <a:r>
              <a:rPr lang="en-IN" b="1" dirty="0"/>
              <a:t> searches</a:t>
            </a:r>
            <a:r>
              <a:rPr lang="en-IN" dirty="0"/>
              <a:t>. </a:t>
            </a:r>
          </a:p>
          <a:p>
            <a:r>
              <a:rPr lang="en-IN" b="1" dirty="0"/>
              <a:t>Delayed recognition</a:t>
            </a:r>
            <a:r>
              <a:rPr lang="en-IN" dirty="0"/>
              <a:t> of </a:t>
            </a:r>
            <a:r>
              <a:rPr lang="en-IN" b="1" dirty="0"/>
              <a:t>no-fly zone breaches</a:t>
            </a:r>
            <a:r>
              <a:rPr lang="en-IN" dirty="0"/>
              <a:t>. </a:t>
            </a:r>
          </a:p>
          <a:p>
            <a:r>
              <a:rPr lang="en-IN" dirty="0"/>
              <a:t>No </a:t>
            </a:r>
            <a:r>
              <a:rPr lang="en-IN" b="1" dirty="0"/>
              <a:t>scalable spatial indexing techniques</a:t>
            </a:r>
            <a:r>
              <a:rPr lang="en-IN" dirty="0"/>
              <a:t> for </a:t>
            </a:r>
            <a:r>
              <a:rPr lang="en-IN" b="1" dirty="0"/>
              <a:t>smart city drone traffic management</a:t>
            </a:r>
            <a:r>
              <a:rPr lang="en-IN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C0057-0DDC-3AEF-C3F1-7C470CC53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890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E53B-5400-0D94-85F6-13595293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Motivation (Why This Project?)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03938-9F67-1316-9436-C128EEBFF4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As the use of </a:t>
            </a:r>
            <a:r>
              <a:rPr lang="en-IN" b="1" dirty="0"/>
              <a:t>autonomous drones</a:t>
            </a:r>
            <a:r>
              <a:rPr lang="en-IN" dirty="0"/>
              <a:t> increases, there is a need for </a:t>
            </a:r>
            <a:r>
              <a:rPr lang="en-IN" b="1" dirty="0"/>
              <a:t>smart airspace management systems</a:t>
            </a:r>
            <a:r>
              <a:rPr lang="en-IN" dirty="0"/>
              <a:t> that can efficiently and safely manage </a:t>
            </a:r>
            <a:r>
              <a:rPr lang="en-IN" b="1" dirty="0"/>
              <a:t>high-density drone traffic</a:t>
            </a:r>
            <a:r>
              <a:rPr lang="en-IN" dirty="0"/>
              <a:t>.</a:t>
            </a:r>
          </a:p>
          <a:p>
            <a:r>
              <a:rPr lang="en-US" dirty="0"/>
              <a:t>This project is motivated by the need to: </a:t>
            </a:r>
            <a:endParaRPr lang="en-IN" dirty="0"/>
          </a:p>
          <a:p>
            <a:r>
              <a:rPr lang="en-IN" b="1" dirty="0"/>
              <a:t>Enhance flight safety</a:t>
            </a:r>
            <a:r>
              <a:rPr lang="en-IN" dirty="0"/>
              <a:t> by identifying </a:t>
            </a:r>
            <a:r>
              <a:rPr lang="en-IN" b="1" dirty="0"/>
              <a:t>potential collisions</a:t>
            </a:r>
            <a:r>
              <a:rPr lang="en-IN" dirty="0"/>
              <a:t> before they happen.</a:t>
            </a:r>
          </a:p>
          <a:p>
            <a:pPr marL="538163"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b="1" dirty="0"/>
              <a:t>Reduce computational costs</a:t>
            </a:r>
            <a:r>
              <a:rPr lang="en-IN" dirty="0"/>
              <a:t> using </a:t>
            </a:r>
            <a:r>
              <a:rPr lang="en-IN" b="1" dirty="0"/>
              <a:t>smart geometric algorithms</a:t>
            </a:r>
            <a:r>
              <a:rPr lang="en-IN" dirty="0"/>
              <a:t>.</a:t>
            </a:r>
          </a:p>
          <a:p>
            <a:pPr marL="538163">
              <a:buFont typeface="Wingdings" panose="05000000000000000000" pitchFamily="2" charset="2"/>
              <a:buChar char="q"/>
            </a:pPr>
            <a:r>
              <a:rPr lang="en-IN" dirty="0"/>
              <a:t> Enable </a:t>
            </a:r>
            <a:r>
              <a:rPr lang="en-IN" b="1" dirty="0"/>
              <a:t>real-time tracking</a:t>
            </a:r>
            <a:r>
              <a:rPr lang="en-IN" dirty="0"/>
              <a:t> of </a:t>
            </a:r>
            <a:r>
              <a:rPr lang="en-IN" b="1" dirty="0"/>
              <a:t>thousands of drones</a:t>
            </a:r>
            <a:r>
              <a:rPr lang="en-IN" dirty="0"/>
              <a:t>. </a:t>
            </a:r>
          </a:p>
          <a:p>
            <a:pPr marL="538163">
              <a:buFont typeface="Wingdings" panose="05000000000000000000" pitchFamily="2" charset="2"/>
              <a:buChar char="q"/>
            </a:pPr>
            <a:r>
              <a:rPr lang="en-IN" dirty="0"/>
              <a:t>Support </a:t>
            </a:r>
            <a:r>
              <a:rPr lang="en-IN" b="1" dirty="0"/>
              <a:t>autonomous drone movement</a:t>
            </a:r>
            <a:r>
              <a:rPr lang="en-IN" dirty="0"/>
              <a:t> in </a:t>
            </a:r>
            <a:r>
              <a:rPr lang="en-IN" b="1" dirty="0"/>
              <a:t>highly connected urban environments</a:t>
            </a:r>
            <a:r>
              <a:rPr lang="en-IN" dirty="0"/>
              <a:t>. </a:t>
            </a:r>
          </a:p>
          <a:p>
            <a:pPr marL="538163">
              <a:buFont typeface="Wingdings" panose="05000000000000000000" pitchFamily="2" charset="2"/>
              <a:buChar char="q"/>
            </a:pPr>
            <a:r>
              <a:rPr lang="en-IN" dirty="0"/>
              <a:t>Prevent </a:t>
            </a:r>
            <a:r>
              <a:rPr lang="en-IN" b="1" dirty="0"/>
              <a:t>unauthorized access</a:t>
            </a:r>
            <a:r>
              <a:rPr lang="en-IN" dirty="0"/>
              <a:t> into </a:t>
            </a:r>
            <a:r>
              <a:rPr lang="en-IN" b="1" dirty="0"/>
              <a:t>restricted airspaces</a:t>
            </a:r>
            <a:r>
              <a:rPr lang="en-IN" dirty="0"/>
              <a:t>. </a:t>
            </a:r>
          </a:p>
          <a:p>
            <a:pPr marL="538163">
              <a:buFont typeface="Wingdings" panose="05000000000000000000" pitchFamily="2" charset="2"/>
              <a:buChar char="q"/>
            </a:pPr>
            <a:r>
              <a:rPr lang="en-IN" dirty="0"/>
              <a:t>Develop </a:t>
            </a:r>
            <a:r>
              <a:rPr lang="en-IN" b="1" dirty="0"/>
              <a:t>scalable systems</a:t>
            </a:r>
            <a:r>
              <a:rPr lang="en-IN" dirty="0"/>
              <a:t> for future </a:t>
            </a:r>
            <a:r>
              <a:rPr lang="en-IN" b="1" dirty="0"/>
              <a:t>Urban Air Mobility (UAM)</a:t>
            </a:r>
            <a:r>
              <a:rPr lang="en-IN" dirty="0"/>
              <a:t> and </a:t>
            </a:r>
            <a:r>
              <a:rPr lang="en-IN" b="1" dirty="0"/>
              <a:t>drone delivery networks</a:t>
            </a:r>
            <a:r>
              <a:rPr lang="en-IN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85BD1-BE47-24C6-C15F-CBABCE66B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964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5B0D-032F-A883-505E-8AEF1E06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System Architecture — Block Diagram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17721-78AC-B2DE-8643-80A659C00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5" name="Connector 4"/>
          <p:cNvCxnSpPr/>
          <p:nvPr/>
        </p:nvCxnSpPr>
        <p:spPr>
          <a:xfrm>
            <a:off x="6080760" y="2377440"/>
            <a:ext cx="0" cy="22860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cxnSpLocks/>
            <a:endCxn id="16" idx="0"/>
          </p:cNvCxnSpPr>
          <p:nvPr/>
        </p:nvCxnSpPr>
        <p:spPr>
          <a:xfrm flipH="1">
            <a:off x="1897380" y="3200400"/>
            <a:ext cx="4183380" cy="22860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686300" y="3200400"/>
            <a:ext cx="1394460" cy="22860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0760" y="3200400"/>
            <a:ext cx="1394460" cy="22860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3200400"/>
            <a:ext cx="4183379" cy="22860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97380" y="4389120"/>
            <a:ext cx="4183380" cy="22860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86300" y="4389120"/>
            <a:ext cx="1394460" cy="22860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80760" y="4389120"/>
            <a:ext cx="1394460" cy="22860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80760" y="4389120"/>
            <a:ext cx="4183379" cy="228600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37560" y="1783080"/>
            <a:ext cx="5486400" cy="594360"/>
          </a:xfrm>
          <a:prstGeom prst="roundRect">
            <a:avLst>
              <a:gd name="adj" fmla="val 8000"/>
            </a:avLst>
          </a:prstGeom>
          <a:solidFill>
            <a:srgbClr val="869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212745"/>
                </a:solidFill>
                <a:latin typeface="Arial"/>
              </a:rPr>
              <a:t>Drone Fleet — Real-Time Telemetry</a:t>
            </a:r>
          </a:p>
          <a:p>
            <a:pPr algn="ctr"/>
            <a:r>
              <a:rPr sz="1050" b="0">
                <a:solidFill>
                  <a:srgbClr val="212745"/>
                </a:solidFill>
                <a:latin typeface="Arial"/>
              </a:rPr>
              <a:t>Position (x, y, z)  •  Velocity (vx, vy, vz)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606040"/>
            <a:ext cx="65836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212745"/>
                </a:solidFill>
                <a:latin typeface="Arial"/>
              </a:rPr>
              <a:t>Airspace Manager  (Drone HashMap + CLI Controller)</a:t>
            </a:r>
          </a:p>
          <a:p>
            <a:pPr algn="ctr"/>
            <a:r>
              <a:rPr sz="1050" b="0">
                <a:solidFill>
                  <a:srgbClr val="212745"/>
                </a:solidFill>
                <a:latin typeface="Arial"/>
              </a:rPr>
              <a:t>Dynamic Insertion  •  Deletion  •  Trajectory 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9EE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212745"/>
                </a:solidFill>
                <a:latin typeface="Arial"/>
              </a:rPr>
              <a:t>KD-Tree</a:t>
            </a:r>
          </a:p>
          <a:p>
            <a:pPr algn="ctr"/>
            <a:r>
              <a:rPr sz="1050" b="0">
                <a:solidFill>
                  <a:srgbClr val="212745"/>
                </a:solidFill>
                <a:latin typeface="Arial"/>
              </a:rPr>
              <a:t>3D Nearest-
Neighbor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429000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C1F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212745"/>
                </a:solidFill>
                <a:latin typeface="Arial"/>
              </a:rPr>
              <a:t>Quad Tree</a:t>
            </a:r>
          </a:p>
          <a:p>
            <a:pPr algn="ctr"/>
            <a:r>
              <a:rPr sz="1050" b="0">
                <a:solidFill>
                  <a:srgbClr val="212745"/>
                </a:solidFill>
                <a:latin typeface="Arial"/>
              </a:rPr>
              <a:t>2D Point Location &amp;
Range 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FFB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212745"/>
                </a:solidFill>
                <a:latin typeface="Arial"/>
              </a:rPr>
              <a:t>Sweep Line</a:t>
            </a:r>
          </a:p>
          <a:p>
            <a:pPr algn="ctr"/>
            <a:r>
              <a:rPr sz="1050" b="0">
                <a:solidFill>
                  <a:srgbClr val="212745"/>
                </a:solidFill>
                <a:latin typeface="Arial"/>
              </a:rPr>
              <a:t>Broad-Phase
Collision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3429000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A4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212745"/>
                </a:solidFill>
                <a:latin typeface="Arial"/>
              </a:rPr>
              <a:t>No-Fly Zone Check</a:t>
            </a:r>
          </a:p>
          <a:p>
            <a:pPr algn="ctr"/>
            <a:r>
              <a:rPr sz="1050" b="0">
                <a:solidFill>
                  <a:srgbClr val="212745"/>
                </a:solidFill>
                <a:latin typeface="Arial"/>
              </a:rPr>
              <a:t>Restricted Airspace
Violation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40" y="461772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212745"/>
                </a:solidFill>
                <a:latin typeface="Arial"/>
              </a:rPr>
              <a:t>Real-Time Alerts &amp; Query Results</a:t>
            </a:r>
          </a:p>
          <a:p>
            <a:pPr algn="ctr"/>
            <a:r>
              <a:rPr sz="1050" b="0">
                <a:solidFill>
                  <a:srgbClr val="212745"/>
                </a:solidFill>
                <a:latin typeface="Arial"/>
              </a:rPr>
              <a:t>Collision Warnings  •  Nearest Drone  •  Drones in Range  •  Zone Violations</a:t>
            </a:r>
          </a:p>
        </p:txBody>
      </p:sp>
    </p:spTree>
    <p:extLst>
      <p:ext uri="{BB962C8B-B14F-4D97-AF65-F5344CB8AC3E}">
        <p14:creationId xmlns:p14="http://schemas.microsoft.com/office/powerpoint/2010/main" val="2973143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46" y="327023"/>
            <a:ext cx="5931354" cy="556146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845" y="1465005"/>
            <a:ext cx="3715409" cy="34158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     Presented By:</a:t>
            </a:r>
          </a:p>
          <a:p>
            <a:pPr marL="0" indent="0">
              <a:buNone/>
            </a:pPr>
            <a:r>
              <a:rPr lang="en-US" b="1" dirty="0"/>
              <a:t>                  TEAM-3:</a:t>
            </a:r>
          </a:p>
          <a:p>
            <a:pPr marL="0" indent="0">
              <a:buNone/>
            </a:pPr>
            <a:r>
              <a:rPr lang="en-US" b="1" dirty="0"/>
              <a:t>J. Trinesh-CH.SC.U4AIE25074</a:t>
            </a:r>
          </a:p>
          <a:p>
            <a:pPr marL="0" indent="0">
              <a:buNone/>
            </a:pPr>
            <a:r>
              <a:rPr lang="en-US" b="1" dirty="0"/>
              <a:t>V. Srikar-CH.SC.U4AIE25056</a:t>
            </a:r>
          </a:p>
          <a:p>
            <a:pPr marL="0" indent="0">
              <a:buNone/>
            </a:pPr>
            <a:r>
              <a:rPr lang="en-US" b="1" dirty="0"/>
              <a:t>R. Tridev-CH.SC.U4AIE25069</a:t>
            </a:r>
          </a:p>
          <a:p>
            <a:pPr marL="0" indent="0">
              <a:buNone/>
            </a:pPr>
            <a:r>
              <a:rPr lang="en-US" b="1" dirty="0"/>
              <a:t>K. Rudheer-CH.SC.U4AIE25074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D134F-4AA5-8D65-F269-E8A1D90CB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Jumble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D1CFE71-3FEB-410F-B4FF-3D986B4B6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239674-1887-41DB-914A-BD2B863063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81AD4F-527A-4A88-9D9F-EFDB01771B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462</Words>
  <Application>Microsoft Office PowerPoint</Application>
  <PresentationFormat>Widescreen</PresentationFormat>
  <Paragraphs>66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Century Gothic</vt:lpstr>
      <vt:lpstr>Jumble</vt:lpstr>
      <vt:lpstr>Times New Roman</vt:lpstr>
      <vt:lpstr>Wingdings</vt:lpstr>
      <vt:lpstr>Custom</vt:lpstr>
      <vt:lpstr>  </vt:lpstr>
      <vt:lpstr>Problem Statement</vt:lpstr>
      <vt:lpstr> Problem Identification</vt:lpstr>
      <vt:lpstr>Motivation (Why This Project?)</vt:lpstr>
      <vt:lpstr>System Architecture — Block Diagram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K. Rudheer</dc:creator>
  <cp:lastModifiedBy>KUDUPUDI RUDHEER-[CH.SC.U4AIE25074]</cp:lastModifiedBy>
  <cp:revision>7</cp:revision>
  <dcterms:created xsi:type="dcterms:W3CDTF">2026-07-09T16:57:28Z</dcterms:created>
  <dcterms:modified xsi:type="dcterms:W3CDTF">2026-07-10T03:44:57Z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